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准备好回答：
1. AI 技术具体怎么实现的？
2. 数据安全如何保障？
3. 与现有系统如何集成？
4. 上线计划和推广策略？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 3.0 - 智能项目估算平台</dc:title>
  <dc:subject>PptxGenJS Presentation</dc:subject>
  <dc:creator/>
  <cp:lastModifiedBy/>
  <cp:revision>1</cp:revision>
  <dcterms:created xsi:type="dcterms:W3CDTF">2025-12-08T09:30:54Z</dcterms:created>
  <dcterms:modified xsi:type="dcterms:W3CDTF">2025-12-08T09:30:54Z</dcterms:modified>
</cp:coreProperties>
</file>